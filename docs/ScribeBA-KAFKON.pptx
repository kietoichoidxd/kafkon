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88920"/>
            <a:ext cx="12188952" cy="54864"/>
          </a:xfrm>
          <a:prstGeom prst="rect">
            <a:avLst/>
          </a:prstGeom>
          <a:solidFill>
            <a:srgbClr val="FF5F9E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2788920"/>
            <a:ext cx="6099048" cy="54864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ScribeBA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Analyst that lives in your Slack thread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スクライブ・ビーエー   ·   議論を仕様へ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Tinkerers Da Nang · Agents, Everywhere · 12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5F9E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82296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are not written in Jira. They are argued in Slack.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4864" cy="713232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security lead sets a constraint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2219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"restrict authentication strictly to @acmecorp.com"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54864" cy="713232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986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DBA commits to a migration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"sso_provider and external_sub_id, unique, zero-downtime"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22776"/>
            <a:ext cx="54864" cy="71323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2277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asks about session expiry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270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twice. Answered by nobody.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946904"/>
            <a:ext cx="54864" cy="713232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9469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 ticket gets written from memory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529437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constraints that were agreed never make it 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chatbox cannot fix this. It has to be handed a transcript, stripped of who holds which role.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5F9E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82296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· Analyze · Resolve · Validate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221733"/>
          </a:solidFill>
          <a:ln w="15875">
            <a:solidFill>
              <a:srgbClr val="7B5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Mention it in the thread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221733"/>
          </a:solidFill>
          <a:ln w="15875">
            <a:solidFill>
              <a:srgbClr val="FF5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3774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the whole argument, labels every claim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221733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the channel instead of guessing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0" y="182880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221733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20116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0" y="23774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the ClickUp ticket with provenance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carries its status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260604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6177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49194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quoted from the thread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4526280"/>
            <a:ext cx="260604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46177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Inferred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74720" y="49194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reasoned from a verified claim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4526280"/>
            <a:ext cx="2606040" cy="45720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6177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0" y="49194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convention, not confirmed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0" y="4526280"/>
            <a:ext cx="2606040" cy="4572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46177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0" y="49194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answered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field nobody answered becomes Blocked. It is never invented.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5F9E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82296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run, end to end</a:t>
            </a:r>
            <a:endParaRPr lang="en-US" sz="3000" dirty="0"/>
          </a:p>
        </p:txBody>
      </p:sp>
      <p:pic>
        <p:nvPicPr>
          <p:cNvPr id="6" name="Image 0" descr="/home/dinh/KAFKON/doc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463040"/>
            <a:ext cx="1115568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5F9E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82296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ScribeBA Studio</a:t>
            </a:r>
            <a:endParaRPr lang="en-US" sz="3000" dirty="0"/>
          </a:p>
        </p:txBody>
      </p:sp>
      <p:pic>
        <p:nvPicPr>
          <p:cNvPr id="6" name="Image 0" descr="/home/dinh/KAFKON/docs/ui-stud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554480"/>
            <a:ext cx="676656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0" y="1783080"/>
            <a:ext cx="45720" cy="685800"/>
          </a:xfrm>
          <a:prstGeom prst="rect">
            <a:avLst/>
          </a:prstGeom>
          <a:solidFill>
            <a:srgbClr val="FF5F9E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run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01000" y="211226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channel and a thread, press one button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2834640"/>
            <a:ext cx="45720" cy="685800"/>
          </a:xfrm>
          <a:prstGeom prst="rect">
            <a:avLst/>
          </a:prstGeom>
          <a:solidFill>
            <a:srgbClr val="FF5F9E"/>
          </a:solidFill>
          <a:ln/>
        </p:spPr>
      </p:sp>
      <p:sp>
        <p:nvSpPr>
          <p:cNvPr id="11" name="Text 8"/>
          <p:cNvSpPr/>
          <p:nvPr/>
        </p:nvSpPr>
        <p:spPr>
          <a:xfrm>
            <a:off x="800100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badge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001000" y="316382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 which model actually answered the run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3886200"/>
            <a:ext cx="45720" cy="685800"/>
          </a:xfrm>
          <a:prstGeom prst="rect">
            <a:avLst/>
          </a:prstGeom>
          <a:solidFill>
            <a:srgbClr val="FF5F9E"/>
          </a:solidFill>
          <a:ln/>
        </p:spPr>
      </p:sp>
      <p:sp>
        <p:nvSpPr>
          <p:cNvPr id="14" name="Text 11"/>
          <p:cNvSpPr/>
          <p:nvPr/>
        </p:nvSpPr>
        <p:spPr>
          <a:xfrm>
            <a:off x="800100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Review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001000" y="421538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Labelled claims from runs really performed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0" y="4937760"/>
            <a:ext cx="45720" cy="685800"/>
          </a:xfrm>
          <a:prstGeom prst="rect">
            <a:avLst/>
          </a:prstGeom>
          <a:solidFill>
            <a:srgbClr val="FF5F9E"/>
          </a:solidFill>
          <a:ln/>
        </p:spPr>
      </p:sp>
      <p:sp>
        <p:nvSpPr>
          <p:cNvPr id="17" name="Text 14"/>
          <p:cNvSpPr/>
          <p:nvPr/>
        </p:nvSpPr>
        <p:spPr>
          <a:xfrm>
            <a:off x="8001000" y="4937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prompts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001000" y="5266944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button to press instead of an empty box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5F9E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82296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live, measured today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read + in-thread reply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86200" y="1691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69164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messages read, Block Kit reply posted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585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ClickUp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86200" y="22585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225856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86eywa26d, carries the Slack permalink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8254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28254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82549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anthropic/claude-sonnet-5 via OpenRouter, INVEST 88/100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3924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86200" y="33924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3392424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kill the key — Nebius Qwen3-30B still scores the story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9593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redaction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86200" y="39593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0" y="3959352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cards, IPs, phones masked before egress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86200" y="45262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452628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tests, 0.17 s, offline, no key required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0932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/ Discord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886200" y="509320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exercised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5093208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present, no token configured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" y="56601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the 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86200" y="56601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566013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Live run and Evidence Review are wired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README carries this same table. A claim a judge can disprove costs more than an honest line.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5F9E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82296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HOLDS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die on stage, and the rules are the team’s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cascade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2217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48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OpenRouter claude-sonnet-5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221733"/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157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OpenRouter alternates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221733"/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826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Nebius Qwen3-30B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49624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221733"/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4962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Anthropic direct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416552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221733"/>
          </a:solidFill>
          <a:ln w="12700">
            <a:solidFill>
              <a:srgbClr val="7B5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41655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Local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thread, different team rules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0" y="214884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221733"/>
          </a:solidFill>
          <a:ln w="12700">
            <a:solidFill>
              <a:srgbClr val="FF5F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2585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startup_lean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9400" y="25603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[MVP] Google Workspace SSO &amp; Auto-Provisioning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30632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lean · fast-follow   ·   INVEST 91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840480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221733"/>
          </a:solidFill>
          <a:ln w="12700">
            <a:solidFill>
              <a:srgbClr val="FF5F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395020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agency_detailed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9400" y="4251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[Feature-Spec] Google Workspace OAuth 2.0 Enterprise SSO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9400" y="4754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client-deliverable · contract-scope · audited   ·   INVEST 83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behaviour comes from a Skill file the team owns, not from our prompt.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0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FF5F9E"/>
          </a:solidFill>
          <a:ln/>
        </p:spPr>
      </p:sp>
      <p:sp>
        <p:nvSpPr>
          <p:cNvPr id="3" name="Shape 1"/>
          <p:cNvSpPr/>
          <p:nvPr/>
        </p:nvSpPr>
        <p:spPr>
          <a:xfrm>
            <a:off x="6089904" y="0"/>
            <a:ext cx="6099048" cy="82296"/>
          </a:xfrm>
          <a:prstGeom prst="rect">
            <a:avLst/>
          </a:prstGeom>
          <a:solidFill>
            <a:srgbClr val="7B5C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yourself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github.com/kietoichoiDXD/KAFKON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21733"/>
          </a:solidFill>
          <a:ln w="9525">
            <a:solidFill>
              <a:srgbClr val="7B5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demo/seed_slack_thread.py &lt;CHANNEL_ID&gt;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21733"/>
          </a:solidFill>
          <a:ln w="9525">
            <a:solidFill>
              <a:srgbClr val="7B5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089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backend.cli slack-run --channel &lt;CHANNEL_ID&gt; --ts &lt;TS&gt; --tier low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74904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21733"/>
          </a:solidFill>
          <a:ln w="9525">
            <a:solidFill>
              <a:srgbClr val="7B5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490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backend.cli web      # API on :8000, studio on :3000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E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during the event. First commit 12:51, 12 September 2026.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ScribeBA  ·  KAFKON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2026-09-12T08:53:49Z</dcterms:created>
  <dcterms:modified xsi:type="dcterms:W3CDTF">2026-09-12T08:53:49Z</dcterms:modified>
</cp:coreProperties>
</file>